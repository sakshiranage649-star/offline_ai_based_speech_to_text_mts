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Multilingual Translation - Project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Offline Multilingual AI Translation Web App</a:t>
            </a:r>
          </a:p>
          <a:p>
            <a:r>
              <a:t>Project Overview &amp; Architecture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(Server &amp; AI Processing):</a:t>
            </a:r>
          </a:p>
          <a:p>
            <a:pPr lvl="1"/>
            <a:r>
              <a:t>Python (FastAPI, Uvicorn) for the Web Server.</a:t>
            </a:r>
          </a:p>
          <a:p>
            <a:pPr lvl="1"/>
            <a:r>
              <a:t>HuggingFace Transformers &amp; PyTorch (AI Translation).</a:t>
            </a:r>
          </a:p>
          <a:p>
            <a:pPr lvl="1"/>
            <a:r>
              <a:t>Vosk (Offline Speech-to-Text Engine).</a:t>
            </a:r>
          </a:p>
          <a:p>
            <a:pPr lvl="1"/>
            <a:r>
              <a:t>PyPDF2 &amp; MoviePy (File audio/text extraction).</a:t>
            </a:r>
          </a:p>
          <a:p>
            <a:pPr/>
            <a:r>
              <a:t>Database:</a:t>
            </a:r>
          </a:p>
          <a:p>
            <a:pPr lvl="1"/>
            <a:r>
              <a:t>SQLite (Stores history offline persistently).</a:t>
            </a:r>
          </a:p>
          <a:p>
            <a:pPr/>
            <a:r>
              <a:t>Frontend (User Interface):</a:t>
            </a:r>
          </a:p>
          <a:p>
            <a:pPr lvl="1"/>
            <a:r>
              <a:t>HTML, CSS, JavaScript (Served statically by FastAPI).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Website Works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Input: User types text or uploads a file (PDF/Video/Audio).</a:t>
            </a:r>
          </a:p>
          <a:p>
            <a:r>
              <a:t>2. Data Extraction:</a:t>
            </a:r>
          </a:p>
          <a:p>
            <a:pPr lvl="1"/>
            <a:r>
              <a:t>PDF text is read via PyPDF2.</a:t>
            </a:r>
          </a:p>
          <a:p>
            <a:pPr lvl="1"/>
            <a:r>
              <a:t>A/V files are passed to Vosk for STT transcription.</a:t>
            </a:r>
          </a:p>
          <a:p>
            <a:r>
              <a:t>3. AI Translation: Text is sent to Transformers locally for translation.</a:t>
            </a:r>
          </a:p>
          <a:p>
            <a:r>
              <a:t>4. Database Storage: Input, Output, and Languages are stored in SQLite.</a:t>
            </a:r>
          </a:p>
          <a:p>
            <a:r>
              <a:t>5. Display Result: FastAPI returns translated text to simple HTML/JS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Workflow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Input (Upload / Type)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Frontend UI (HTML/JS)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8288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Backend Server (FastAPI)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004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Extractors (PDF/Vosk)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Translation Engine (Transformers)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5720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SQLite 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